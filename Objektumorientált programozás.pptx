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61" r:id="rId4"/>
    <p:sldId id="258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BB4013-3F16-4840-8C10-8EAA90B12EA1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4BDD4D5-930C-4338-8B95-B31371BF97D5}">
      <dgm:prSet/>
      <dgm:spPr/>
      <dgm:t>
        <a:bodyPr/>
        <a:lstStyle/>
        <a:p>
          <a:r>
            <a:rPr lang="hu-HU"/>
            <a:t>A projekt egy iskolai órára készült.</a:t>
          </a:r>
          <a:endParaRPr lang="en-US"/>
        </a:p>
      </dgm:t>
    </dgm:pt>
    <dgm:pt modelId="{DF1EFFE3-0A42-4A46-B7D7-8DE0FFA70CBA}" type="parTrans" cxnId="{7CE365A7-2CB9-4D1D-8445-5E3C254367F3}">
      <dgm:prSet/>
      <dgm:spPr/>
      <dgm:t>
        <a:bodyPr/>
        <a:lstStyle/>
        <a:p>
          <a:endParaRPr lang="en-US"/>
        </a:p>
      </dgm:t>
    </dgm:pt>
    <dgm:pt modelId="{7E66D4EB-B51A-4804-9361-86C2C868DC94}" type="sibTrans" cxnId="{7CE365A7-2CB9-4D1D-8445-5E3C254367F3}">
      <dgm:prSet/>
      <dgm:spPr/>
      <dgm:t>
        <a:bodyPr/>
        <a:lstStyle/>
        <a:p>
          <a:endParaRPr lang="en-US"/>
        </a:p>
      </dgm:t>
    </dgm:pt>
    <dgm:pt modelId="{1BEACAD2-D3D7-401E-96A3-4E158A2CD664}">
      <dgm:prSet/>
      <dgm:spPr/>
      <dgm:t>
        <a:bodyPr/>
        <a:lstStyle/>
        <a:p>
          <a:r>
            <a:rPr lang="hu-HU"/>
            <a:t>A projekt célja az hogy érthetően bemutassuk az objektumorientált programozás alapjait weboldalban, példák és tesztek segítségével.</a:t>
          </a:r>
          <a:endParaRPr lang="en-US"/>
        </a:p>
      </dgm:t>
    </dgm:pt>
    <dgm:pt modelId="{F8F0EAB8-A682-4DB4-AE82-C1B897896B80}" type="parTrans" cxnId="{90D43BB9-64C3-487F-A3D7-237FDEB4EEAF}">
      <dgm:prSet/>
      <dgm:spPr/>
      <dgm:t>
        <a:bodyPr/>
        <a:lstStyle/>
        <a:p>
          <a:endParaRPr lang="en-US"/>
        </a:p>
      </dgm:t>
    </dgm:pt>
    <dgm:pt modelId="{74CB2BB2-ED8E-49C1-9519-9A38D324499D}" type="sibTrans" cxnId="{90D43BB9-64C3-487F-A3D7-237FDEB4EEAF}">
      <dgm:prSet/>
      <dgm:spPr/>
      <dgm:t>
        <a:bodyPr/>
        <a:lstStyle/>
        <a:p>
          <a:endParaRPr lang="en-US"/>
        </a:p>
      </dgm:t>
    </dgm:pt>
    <dgm:pt modelId="{E6613C94-8DA7-488F-BC62-532DA8ED28CE}" type="pres">
      <dgm:prSet presAssocID="{6FBB4013-3F16-4840-8C10-8EAA90B12EA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2DA9610-8541-4FEE-862F-A8F68364C97B}" type="pres">
      <dgm:prSet presAssocID="{74BDD4D5-930C-4338-8B95-B31371BF97D5}" presName="hierRoot1" presStyleCnt="0"/>
      <dgm:spPr/>
    </dgm:pt>
    <dgm:pt modelId="{03FAB924-B06D-4896-9EAB-306E64F370CE}" type="pres">
      <dgm:prSet presAssocID="{74BDD4D5-930C-4338-8B95-B31371BF97D5}" presName="composite" presStyleCnt="0"/>
      <dgm:spPr/>
    </dgm:pt>
    <dgm:pt modelId="{7C239FFE-3424-4888-88F0-FDEE0189825F}" type="pres">
      <dgm:prSet presAssocID="{74BDD4D5-930C-4338-8B95-B31371BF97D5}" presName="background" presStyleLbl="node0" presStyleIdx="0" presStyleCnt="2"/>
      <dgm:spPr/>
    </dgm:pt>
    <dgm:pt modelId="{6A6D6BDF-00A1-4C9E-AD6E-1F2360C0B02B}" type="pres">
      <dgm:prSet presAssocID="{74BDD4D5-930C-4338-8B95-B31371BF97D5}" presName="text" presStyleLbl="fgAcc0" presStyleIdx="0" presStyleCnt="2">
        <dgm:presLayoutVars>
          <dgm:chPref val="3"/>
        </dgm:presLayoutVars>
      </dgm:prSet>
      <dgm:spPr/>
    </dgm:pt>
    <dgm:pt modelId="{A810B128-391D-49AD-B926-0D9907C06AEF}" type="pres">
      <dgm:prSet presAssocID="{74BDD4D5-930C-4338-8B95-B31371BF97D5}" presName="hierChild2" presStyleCnt="0"/>
      <dgm:spPr/>
    </dgm:pt>
    <dgm:pt modelId="{D62013B3-3E67-4352-BA49-C7DB95F4B65D}" type="pres">
      <dgm:prSet presAssocID="{1BEACAD2-D3D7-401E-96A3-4E158A2CD664}" presName="hierRoot1" presStyleCnt="0"/>
      <dgm:spPr/>
    </dgm:pt>
    <dgm:pt modelId="{49936854-95F5-4CF2-AB7D-E43907EEBB4A}" type="pres">
      <dgm:prSet presAssocID="{1BEACAD2-D3D7-401E-96A3-4E158A2CD664}" presName="composite" presStyleCnt="0"/>
      <dgm:spPr/>
    </dgm:pt>
    <dgm:pt modelId="{39624FCB-7BC3-4D92-99B6-AAF2E87B0D3B}" type="pres">
      <dgm:prSet presAssocID="{1BEACAD2-D3D7-401E-96A3-4E158A2CD664}" presName="background" presStyleLbl="node0" presStyleIdx="1" presStyleCnt="2"/>
      <dgm:spPr/>
    </dgm:pt>
    <dgm:pt modelId="{BFF87E4D-4E7A-420F-8523-26E2BD7F62FC}" type="pres">
      <dgm:prSet presAssocID="{1BEACAD2-D3D7-401E-96A3-4E158A2CD664}" presName="text" presStyleLbl="fgAcc0" presStyleIdx="1" presStyleCnt="2">
        <dgm:presLayoutVars>
          <dgm:chPref val="3"/>
        </dgm:presLayoutVars>
      </dgm:prSet>
      <dgm:spPr/>
    </dgm:pt>
    <dgm:pt modelId="{5A99BF44-7991-498A-8837-15EC6C57AB66}" type="pres">
      <dgm:prSet presAssocID="{1BEACAD2-D3D7-401E-96A3-4E158A2CD664}" presName="hierChild2" presStyleCnt="0"/>
      <dgm:spPr/>
    </dgm:pt>
  </dgm:ptLst>
  <dgm:cxnLst>
    <dgm:cxn modelId="{E240D906-3898-48DA-B3C1-33022FE46306}" type="presOf" srcId="{6FBB4013-3F16-4840-8C10-8EAA90B12EA1}" destId="{E6613C94-8DA7-488F-BC62-532DA8ED28CE}" srcOrd="0" destOrd="0" presId="urn:microsoft.com/office/officeart/2005/8/layout/hierarchy1"/>
    <dgm:cxn modelId="{5C7B6932-E188-4749-A137-4F38FC133D19}" type="presOf" srcId="{74BDD4D5-930C-4338-8B95-B31371BF97D5}" destId="{6A6D6BDF-00A1-4C9E-AD6E-1F2360C0B02B}" srcOrd="0" destOrd="0" presId="urn:microsoft.com/office/officeart/2005/8/layout/hierarchy1"/>
    <dgm:cxn modelId="{7CE365A7-2CB9-4D1D-8445-5E3C254367F3}" srcId="{6FBB4013-3F16-4840-8C10-8EAA90B12EA1}" destId="{74BDD4D5-930C-4338-8B95-B31371BF97D5}" srcOrd="0" destOrd="0" parTransId="{DF1EFFE3-0A42-4A46-B7D7-8DE0FFA70CBA}" sibTransId="{7E66D4EB-B51A-4804-9361-86C2C868DC94}"/>
    <dgm:cxn modelId="{90D43BB9-64C3-487F-A3D7-237FDEB4EEAF}" srcId="{6FBB4013-3F16-4840-8C10-8EAA90B12EA1}" destId="{1BEACAD2-D3D7-401E-96A3-4E158A2CD664}" srcOrd="1" destOrd="0" parTransId="{F8F0EAB8-A682-4DB4-AE82-C1B897896B80}" sibTransId="{74CB2BB2-ED8E-49C1-9519-9A38D324499D}"/>
    <dgm:cxn modelId="{E3B504C3-8585-4399-8E27-A4D1CE037F9A}" type="presOf" srcId="{1BEACAD2-D3D7-401E-96A3-4E158A2CD664}" destId="{BFF87E4D-4E7A-420F-8523-26E2BD7F62FC}" srcOrd="0" destOrd="0" presId="urn:microsoft.com/office/officeart/2005/8/layout/hierarchy1"/>
    <dgm:cxn modelId="{2F70B618-6362-4A0E-BF41-816D9988632E}" type="presParOf" srcId="{E6613C94-8DA7-488F-BC62-532DA8ED28CE}" destId="{62DA9610-8541-4FEE-862F-A8F68364C97B}" srcOrd="0" destOrd="0" presId="urn:microsoft.com/office/officeart/2005/8/layout/hierarchy1"/>
    <dgm:cxn modelId="{B8CF386F-FF34-43F6-B2F2-6D379256D906}" type="presParOf" srcId="{62DA9610-8541-4FEE-862F-A8F68364C97B}" destId="{03FAB924-B06D-4896-9EAB-306E64F370CE}" srcOrd="0" destOrd="0" presId="urn:microsoft.com/office/officeart/2005/8/layout/hierarchy1"/>
    <dgm:cxn modelId="{B2E46A37-C233-42D0-97DA-0B5329F05519}" type="presParOf" srcId="{03FAB924-B06D-4896-9EAB-306E64F370CE}" destId="{7C239FFE-3424-4888-88F0-FDEE0189825F}" srcOrd="0" destOrd="0" presId="urn:microsoft.com/office/officeart/2005/8/layout/hierarchy1"/>
    <dgm:cxn modelId="{0E69B4AA-BA21-44CA-A596-2B2F30FF9052}" type="presParOf" srcId="{03FAB924-B06D-4896-9EAB-306E64F370CE}" destId="{6A6D6BDF-00A1-4C9E-AD6E-1F2360C0B02B}" srcOrd="1" destOrd="0" presId="urn:microsoft.com/office/officeart/2005/8/layout/hierarchy1"/>
    <dgm:cxn modelId="{99A3C1A9-7B53-44ED-84F3-D908DE640AE3}" type="presParOf" srcId="{62DA9610-8541-4FEE-862F-A8F68364C97B}" destId="{A810B128-391D-49AD-B926-0D9907C06AEF}" srcOrd="1" destOrd="0" presId="urn:microsoft.com/office/officeart/2005/8/layout/hierarchy1"/>
    <dgm:cxn modelId="{A7A83DEF-8C36-48D6-8832-A8F67ABE86D2}" type="presParOf" srcId="{E6613C94-8DA7-488F-BC62-532DA8ED28CE}" destId="{D62013B3-3E67-4352-BA49-C7DB95F4B65D}" srcOrd="1" destOrd="0" presId="urn:microsoft.com/office/officeart/2005/8/layout/hierarchy1"/>
    <dgm:cxn modelId="{BF393BCD-F6C5-4E91-A05F-2D1156690998}" type="presParOf" srcId="{D62013B3-3E67-4352-BA49-C7DB95F4B65D}" destId="{49936854-95F5-4CF2-AB7D-E43907EEBB4A}" srcOrd="0" destOrd="0" presId="urn:microsoft.com/office/officeart/2005/8/layout/hierarchy1"/>
    <dgm:cxn modelId="{AC6B302F-CCE5-4A90-B054-B60F2DC50E5B}" type="presParOf" srcId="{49936854-95F5-4CF2-AB7D-E43907EEBB4A}" destId="{39624FCB-7BC3-4D92-99B6-AAF2E87B0D3B}" srcOrd="0" destOrd="0" presId="urn:microsoft.com/office/officeart/2005/8/layout/hierarchy1"/>
    <dgm:cxn modelId="{814DA1B6-18D9-4C95-AF14-F1DF44DF2A97}" type="presParOf" srcId="{49936854-95F5-4CF2-AB7D-E43907EEBB4A}" destId="{BFF87E4D-4E7A-420F-8523-26E2BD7F62FC}" srcOrd="1" destOrd="0" presId="urn:microsoft.com/office/officeart/2005/8/layout/hierarchy1"/>
    <dgm:cxn modelId="{DC91F1C5-8459-4B1A-964D-89611C86A73D}" type="presParOf" srcId="{D62013B3-3E67-4352-BA49-C7DB95F4B65D}" destId="{5A99BF44-7991-498A-8837-15EC6C57AB6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EA1857-D68E-48E2-AF06-76E1E11B5D84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3084391-1461-45D1-9A40-44622F8C3B4E}">
      <dgm:prSet/>
      <dgm:spPr/>
      <dgm:t>
        <a:bodyPr/>
        <a:lstStyle/>
        <a:p>
          <a:r>
            <a:rPr lang="hu-HU" b="0" i="0"/>
            <a:t>Ötletadás: Kun Máté</a:t>
          </a:r>
          <a:endParaRPr lang="en-US"/>
        </a:p>
      </dgm:t>
    </dgm:pt>
    <dgm:pt modelId="{07548FD2-E137-4039-A93F-17BF5CAE4D49}" type="parTrans" cxnId="{B62E4D07-EEA2-4FC9-AC66-6B435E66A7AD}">
      <dgm:prSet/>
      <dgm:spPr/>
      <dgm:t>
        <a:bodyPr/>
        <a:lstStyle/>
        <a:p>
          <a:endParaRPr lang="en-US"/>
        </a:p>
      </dgm:t>
    </dgm:pt>
    <dgm:pt modelId="{1F3FBAA4-E9BD-4EDE-AFBC-7A587777625A}" type="sibTrans" cxnId="{B62E4D07-EEA2-4FC9-AC66-6B435E66A7AD}">
      <dgm:prSet/>
      <dgm:spPr/>
      <dgm:t>
        <a:bodyPr/>
        <a:lstStyle/>
        <a:p>
          <a:endParaRPr lang="en-US"/>
        </a:p>
      </dgm:t>
    </dgm:pt>
    <dgm:pt modelId="{0348B803-501E-4157-A92F-6CC1CBC8AC8C}">
      <dgm:prSet/>
      <dgm:spPr/>
      <dgm:t>
        <a:bodyPr/>
        <a:lstStyle/>
        <a:p>
          <a:r>
            <a:rPr lang="hu-HU" b="0" i="0"/>
            <a:t>Weboldal kódolása: Mikes Ádám, Kun Máté</a:t>
          </a:r>
          <a:endParaRPr lang="en-US"/>
        </a:p>
      </dgm:t>
    </dgm:pt>
    <dgm:pt modelId="{56CD4701-89A8-4C14-BA2C-3C5AAE4B1479}" type="parTrans" cxnId="{61F62013-5219-44E8-9397-1D54FCFE46A6}">
      <dgm:prSet/>
      <dgm:spPr/>
      <dgm:t>
        <a:bodyPr/>
        <a:lstStyle/>
        <a:p>
          <a:endParaRPr lang="en-US"/>
        </a:p>
      </dgm:t>
    </dgm:pt>
    <dgm:pt modelId="{5AB11E48-5868-47E0-A140-2B3691BF6EDC}" type="sibTrans" cxnId="{61F62013-5219-44E8-9397-1D54FCFE46A6}">
      <dgm:prSet/>
      <dgm:spPr/>
      <dgm:t>
        <a:bodyPr/>
        <a:lstStyle/>
        <a:p>
          <a:endParaRPr lang="en-US"/>
        </a:p>
      </dgm:t>
    </dgm:pt>
    <dgm:pt modelId="{3AB2F7AB-C7E8-428E-AB6C-EC31FF01A403}">
      <dgm:prSet/>
      <dgm:spPr/>
      <dgm:t>
        <a:bodyPr/>
        <a:lstStyle/>
        <a:p>
          <a:r>
            <a:rPr lang="hu-HU" b="0" i="0"/>
            <a:t>Kódrészletek és tesztek készítése: Szalacsi Péter</a:t>
          </a:r>
          <a:endParaRPr lang="en-US"/>
        </a:p>
      </dgm:t>
    </dgm:pt>
    <dgm:pt modelId="{9DABA13E-C188-4345-8A57-893F239BA684}" type="parTrans" cxnId="{5BA19ED6-9E53-4536-AE82-CF4A55B11A86}">
      <dgm:prSet/>
      <dgm:spPr/>
      <dgm:t>
        <a:bodyPr/>
        <a:lstStyle/>
        <a:p>
          <a:endParaRPr lang="en-US"/>
        </a:p>
      </dgm:t>
    </dgm:pt>
    <dgm:pt modelId="{959F762E-10C4-4482-BFC0-B8BA6DDBDE3E}" type="sibTrans" cxnId="{5BA19ED6-9E53-4536-AE82-CF4A55B11A86}">
      <dgm:prSet/>
      <dgm:spPr/>
      <dgm:t>
        <a:bodyPr/>
        <a:lstStyle/>
        <a:p>
          <a:endParaRPr lang="en-US"/>
        </a:p>
      </dgm:t>
    </dgm:pt>
    <dgm:pt modelId="{2973CB96-EE86-4B4C-9DCD-5C4EC1EAAE52}">
      <dgm:prSet/>
      <dgm:spPr/>
      <dgm:t>
        <a:bodyPr/>
        <a:lstStyle/>
        <a:p>
          <a:r>
            <a:rPr lang="hu-HU" b="0" i="0"/>
            <a:t>PPT készítése: Mikes Ádám</a:t>
          </a:r>
          <a:endParaRPr lang="en-US"/>
        </a:p>
      </dgm:t>
    </dgm:pt>
    <dgm:pt modelId="{A4AB985E-77D9-4973-90DE-C83E4A9901E0}" type="parTrans" cxnId="{654EDC29-B0EA-4258-968B-512745FA6888}">
      <dgm:prSet/>
      <dgm:spPr/>
      <dgm:t>
        <a:bodyPr/>
        <a:lstStyle/>
        <a:p>
          <a:endParaRPr lang="en-US"/>
        </a:p>
      </dgm:t>
    </dgm:pt>
    <dgm:pt modelId="{F5F181D7-79A7-44F4-84AF-1DA98271FC45}" type="sibTrans" cxnId="{654EDC29-B0EA-4258-968B-512745FA6888}">
      <dgm:prSet/>
      <dgm:spPr/>
      <dgm:t>
        <a:bodyPr/>
        <a:lstStyle/>
        <a:p>
          <a:endParaRPr lang="en-US"/>
        </a:p>
      </dgm:t>
    </dgm:pt>
    <dgm:pt modelId="{ACC8C40C-20C1-4C8B-81A8-F669EA12842E}" type="pres">
      <dgm:prSet presAssocID="{75EA1857-D68E-48E2-AF06-76E1E11B5D84}" presName="matrix" presStyleCnt="0">
        <dgm:presLayoutVars>
          <dgm:chMax val="1"/>
          <dgm:dir/>
          <dgm:resizeHandles val="exact"/>
        </dgm:presLayoutVars>
      </dgm:prSet>
      <dgm:spPr/>
    </dgm:pt>
    <dgm:pt modelId="{CBB8EC46-9F74-43B4-8F1D-1668B376C172}" type="pres">
      <dgm:prSet presAssocID="{75EA1857-D68E-48E2-AF06-76E1E11B5D84}" presName="diamond" presStyleLbl="bgShp" presStyleIdx="0" presStyleCnt="1"/>
      <dgm:spPr/>
    </dgm:pt>
    <dgm:pt modelId="{E19B67E0-F17F-4F00-8363-33C73BC719D8}" type="pres">
      <dgm:prSet presAssocID="{75EA1857-D68E-48E2-AF06-76E1E11B5D8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E6022F3-701C-416F-BF7D-43965AA6070C}" type="pres">
      <dgm:prSet presAssocID="{75EA1857-D68E-48E2-AF06-76E1E11B5D8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E16A45F-18C7-4E65-8BB2-513EC2BD99E7}" type="pres">
      <dgm:prSet presAssocID="{75EA1857-D68E-48E2-AF06-76E1E11B5D8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DC9E66C-64C7-4406-98AB-1D847BF3C302}" type="pres">
      <dgm:prSet presAssocID="{75EA1857-D68E-48E2-AF06-76E1E11B5D8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62E4D07-EEA2-4FC9-AC66-6B435E66A7AD}" srcId="{75EA1857-D68E-48E2-AF06-76E1E11B5D84}" destId="{23084391-1461-45D1-9A40-44622F8C3B4E}" srcOrd="0" destOrd="0" parTransId="{07548FD2-E137-4039-A93F-17BF5CAE4D49}" sibTransId="{1F3FBAA4-E9BD-4EDE-AFBC-7A587777625A}"/>
    <dgm:cxn modelId="{61F62013-5219-44E8-9397-1D54FCFE46A6}" srcId="{75EA1857-D68E-48E2-AF06-76E1E11B5D84}" destId="{0348B803-501E-4157-A92F-6CC1CBC8AC8C}" srcOrd="1" destOrd="0" parTransId="{56CD4701-89A8-4C14-BA2C-3C5AAE4B1479}" sibTransId="{5AB11E48-5868-47E0-A140-2B3691BF6EDC}"/>
    <dgm:cxn modelId="{654EDC29-B0EA-4258-968B-512745FA6888}" srcId="{75EA1857-D68E-48E2-AF06-76E1E11B5D84}" destId="{2973CB96-EE86-4B4C-9DCD-5C4EC1EAAE52}" srcOrd="3" destOrd="0" parTransId="{A4AB985E-77D9-4973-90DE-C83E4A9901E0}" sibTransId="{F5F181D7-79A7-44F4-84AF-1DA98271FC45}"/>
    <dgm:cxn modelId="{34004F99-BE57-46E4-8773-81B442DD92C4}" type="presOf" srcId="{23084391-1461-45D1-9A40-44622F8C3B4E}" destId="{E19B67E0-F17F-4F00-8363-33C73BC719D8}" srcOrd="0" destOrd="0" presId="urn:microsoft.com/office/officeart/2005/8/layout/matrix3"/>
    <dgm:cxn modelId="{0C9EC599-137C-470C-9913-9BE5CDDD99E2}" type="presOf" srcId="{75EA1857-D68E-48E2-AF06-76E1E11B5D84}" destId="{ACC8C40C-20C1-4C8B-81A8-F669EA12842E}" srcOrd="0" destOrd="0" presId="urn:microsoft.com/office/officeart/2005/8/layout/matrix3"/>
    <dgm:cxn modelId="{5BA19ED6-9E53-4536-AE82-CF4A55B11A86}" srcId="{75EA1857-D68E-48E2-AF06-76E1E11B5D84}" destId="{3AB2F7AB-C7E8-428E-AB6C-EC31FF01A403}" srcOrd="2" destOrd="0" parTransId="{9DABA13E-C188-4345-8A57-893F239BA684}" sibTransId="{959F762E-10C4-4482-BFC0-B8BA6DDBDE3E}"/>
    <dgm:cxn modelId="{8287C1DD-03D4-40DA-886C-D5494E6ED0DB}" type="presOf" srcId="{0348B803-501E-4157-A92F-6CC1CBC8AC8C}" destId="{6E6022F3-701C-416F-BF7D-43965AA6070C}" srcOrd="0" destOrd="0" presId="urn:microsoft.com/office/officeart/2005/8/layout/matrix3"/>
    <dgm:cxn modelId="{27B730E9-0817-4D0D-94DF-5B27B4ED1D86}" type="presOf" srcId="{2973CB96-EE86-4B4C-9DCD-5C4EC1EAAE52}" destId="{ADC9E66C-64C7-4406-98AB-1D847BF3C302}" srcOrd="0" destOrd="0" presId="urn:microsoft.com/office/officeart/2005/8/layout/matrix3"/>
    <dgm:cxn modelId="{468C76EB-02F0-4874-9D8E-DB358D49EF76}" type="presOf" srcId="{3AB2F7AB-C7E8-428E-AB6C-EC31FF01A403}" destId="{2E16A45F-18C7-4E65-8BB2-513EC2BD99E7}" srcOrd="0" destOrd="0" presId="urn:microsoft.com/office/officeart/2005/8/layout/matrix3"/>
    <dgm:cxn modelId="{97649FF3-2A33-48A3-974D-B212931571CA}" type="presParOf" srcId="{ACC8C40C-20C1-4C8B-81A8-F669EA12842E}" destId="{CBB8EC46-9F74-43B4-8F1D-1668B376C172}" srcOrd="0" destOrd="0" presId="urn:microsoft.com/office/officeart/2005/8/layout/matrix3"/>
    <dgm:cxn modelId="{594AE488-6D12-4165-A8E3-62C9BCBCCBFE}" type="presParOf" srcId="{ACC8C40C-20C1-4C8B-81A8-F669EA12842E}" destId="{E19B67E0-F17F-4F00-8363-33C73BC719D8}" srcOrd="1" destOrd="0" presId="urn:microsoft.com/office/officeart/2005/8/layout/matrix3"/>
    <dgm:cxn modelId="{BB60E3E2-8297-4ABD-8C57-ABBD5AB80A9E}" type="presParOf" srcId="{ACC8C40C-20C1-4C8B-81A8-F669EA12842E}" destId="{6E6022F3-701C-416F-BF7D-43965AA6070C}" srcOrd="2" destOrd="0" presId="urn:microsoft.com/office/officeart/2005/8/layout/matrix3"/>
    <dgm:cxn modelId="{DCB6F64C-E066-4116-822C-09618AD47503}" type="presParOf" srcId="{ACC8C40C-20C1-4C8B-81A8-F669EA12842E}" destId="{2E16A45F-18C7-4E65-8BB2-513EC2BD99E7}" srcOrd="3" destOrd="0" presId="urn:microsoft.com/office/officeart/2005/8/layout/matrix3"/>
    <dgm:cxn modelId="{06702091-AF33-4825-81BF-DD0F80E3FA6D}" type="presParOf" srcId="{ACC8C40C-20C1-4C8B-81A8-F669EA12842E}" destId="{ADC9E66C-64C7-4406-98AB-1D847BF3C30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39FFE-3424-4888-88F0-FDEE0189825F}">
      <dsp:nvSpPr>
        <dsp:cNvPr id="0" name=""/>
        <dsp:cNvSpPr/>
      </dsp:nvSpPr>
      <dsp:spPr>
        <a:xfrm>
          <a:off x="1174" y="184257"/>
          <a:ext cx="4124157" cy="26188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6D6BDF-00A1-4C9E-AD6E-1F2360C0B02B}">
      <dsp:nvSpPr>
        <dsp:cNvPr id="0" name=""/>
        <dsp:cNvSpPr/>
      </dsp:nvSpPr>
      <dsp:spPr>
        <a:xfrm>
          <a:off x="459414" y="619585"/>
          <a:ext cx="4124157" cy="26188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600" kern="1200"/>
            <a:t>A projekt egy iskolai órára készült.</a:t>
          </a:r>
          <a:endParaRPr lang="en-US" sz="2600" kern="1200"/>
        </a:p>
      </dsp:txBody>
      <dsp:txXfrm>
        <a:off x="536117" y="696288"/>
        <a:ext cx="3970751" cy="2465433"/>
      </dsp:txXfrm>
    </dsp:sp>
    <dsp:sp modelId="{39624FCB-7BC3-4D92-99B6-AAF2E87B0D3B}">
      <dsp:nvSpPr>
        <dsp:cNvPr id="0" name=""/>
        <dsp:cNvSpPr/>
      </dsp:nvSpPr>
      <dsp:spPr>
        <a:xfrm>
          <a:off x="5041811" y="184257"/>
          <a:ext cx="4124157" cy="26188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F87E4D-4E7A-420F-8523-26E2BD7F62FC}">
      <dsp:nvSpPr>
        <dsp:cNvPr id="0" name=""/>
        <dsp:cNvSpPr/>
      </dsp:nvSpPr>
      <dsp:spPr>
        <a:xfrm>
          <a:off x="5500051" y="619585"/>
          <a:ext cx="4124157" cy="26188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600" kern="1200"/>
            <a:t>A projekt célja az hogy érthetően bemutassuk az objektumorientált programozás alapjait weboldalban, példák és tesztek segítségével.</a:t>
          </a:r>
          <a:endParaRPr lang="en-US" sz="2600" kern="1200"/>
        </a:p>
      </dsp:txBody>
      <dsp:txXfrm>
        <a:off x="5576754" y="696288"/>
        <a:ext cx="3970751" cy="2465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8EC46-9F74-43B4-8F1D-1668B376C172}">
      <dsp:nvSpPr>
        <dsp:cNvPr id="0" name=""/>
        <dsp:cNvSpPr/>
      </dsp:nvSpPr>
      <dsp:spPr>
        <a:xfrm>
          <a:off x="572293" y="0"/>
          <a:ext cx="5246687" cy="5246687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9B67E0-F17F-4F00-8363-33C73BC719D8}">
      <dsp:nvSpPr>
        <dsp:cNvPr id="0" name=""/>
        <dsp:cNvSpPr/>
      </dsp:nvSpPr>
      <dsp:spPr>
        <a:xfrm>
          <a:off x="1070729" y="498435"/>
          <a:ext cx="2046207" cy="204620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b="0" i="0" kern="1200"/>
            <a:t>Ötletadás: Kun Máté</a:t>
          </a:r>
          <a:endParaRPr lang="en-US" sz="2100" kern="1200"/>
        </a:p>
      </dsp:txBody>
      <dsp:txXfrm>
        <a:off x="1170617" y="598323"/>
        <a:ext cx="1846431" cy="1846431"/>
      </dsp:txXfrm>
    </dsp:sp>
    <dsp:sp modelId="{6E6022F3-701C-416F-BF7D-43965AA6070C}">
      <dsp:nvSpPr>
        <dsp:cNvPr id="0" name=""/>
        <dsp:cNvSpPr/>
      </dsp:nvSpPr>
      <dsp:spPr>
        <a:xfrm>
          <a:off x="3274337" y="498435"/>
          <a:ext cx="2046207" cy="2046207"/>
        </a:xfrm>
        <a:prstGeom prst="roundRect">
          <a:avLst/>
        </a:prstGeom>
        <a:solidFill>
          <a:schemeClr val="accent5">
            <a:hueOff val="812808"/>
            <a:satOff val="-6481"/>
            <a:lumOff val="-490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b="0" i="0" kern="1200"/>
            <a:t>Weboldal kódolása: Mikes Ádám, Kun Máté</a:t>
          </a:r>
          <a:endParaRPr lang="en-US" sz="2100" kern="1200"/>
        </a:p>
      </dsp:txBody>
      <dsp:txXfrm>
        <a:off x="3374225" y="598323"/>
        <a:ext cx="1846431" cy="1846431"/>
      </dsp:txXfrm>
    </dsp:sp>
    <dsp:sp modelId="{2E16A45F-18C7-4E65-8BB2-513EC2BD99E7}">
      <dsp:nvSpPr>
        <dsp:cNvPr id="0" name=""/>
        <dsp:cNvSpPr/>
      </dsp:nvSpPr>
      <dsp:spPr>
        <a:xfrm>
          <a:off x="1070729" y="2702043"/>
          <a:ext cx="2046207" cy="2046207"/>
        </a:xfrm>
        <a:prstGeom prst="roundRect">
          <a:avLst/>
        </a:prstGeom>
        <a:solidFill>
          <a:schemeClr val="accent5">
            <a:hueOff val="1625617"/>
            <a:satOff val="-12962"/>
            <a:lumOff val="-980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b="0" i="0" kern="1200"/>
            <a:t>Kódrészletek és tesztek készítése: Szalacsi Péter</a:t>
          </a:r>
          <a:endParaRPr lang="en-US" sz="2100" kern="1200"/>
        </a:p>
      </dsp:txBody>
      <dsp:txXfrm>
        <a:off x="1170617" y="2801931"/>
        <a:ext cx="1846431" cy="1846431"/>
      </dsp:txXfrm>
    </dsp:sp>
    <dsp:sp modelId="{ADC9E66C-64C7-4406-98AB-1D847BF3C302}">
      <dsp:nvSpPr>
        <dsp:cNvPr id="0" name=""/>
        <dsp:cNvSpPr/>
      </dsp:nvSpPr>
      <dsp:spPr>
        <a:xfrm>
          <a:off x="3274337" y="2702043"/>
          <a:ext cx="2046207" cy="2046207"/>
        </a:xfrm>
        <a:prstGeom prst="roundRect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b="0" i="0" kern="1200"/>
            <a:t>PPT készítése: Mikes Ádám</a:t>
          </a:r>
          <a:endParaRPr lang="en-US" sz="2100" kern="1200"/>
        </a:p>
      </dsp:txBody>
      <dsp:txXfrm>
        <a:off x="3374225" y="2801931"/>
        <a:ext cx="1846431" cy="18464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923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74008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913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4905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342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450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0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0934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610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4474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1155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9449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3280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0538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1686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2808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331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F50D016-7C81-47F1-B2F0-62D41C02E581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hu-H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DB7A629-CFD1-4D9B-BC24-9F4B4F1FBBE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07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E5585B-162E-F23B-4B75-90E794FD82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Objektumorientált programozás 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E80105B-002E-D8E1-3113-F15431A3C6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Kun Máté, Mikes Ádám, </a:t>
            </a:r>
            <a:r>
              <a:rPr lang="hu-HU" dirty="0" err="1"/>
              <a:t>Szalacsi</a:t>
            </a:r>
            <a:r>
              <a:rPr lang="hu-HU" dirty="0"/>
              <a:t> Péter</a:t>
            </a:r>
          </a:p>
        </p:txBody>
      </p:sp>
    </p:spTree>
    <p:extLst>
      <p:ext uri="{BB962C8B-B14F-4D97-AF65-F5344CB8AC3E}">
        <p14:creationId xmlns:p14="http://schemas.microsoft.com/office/powerpoint/2010/main" val="162485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B8DDC2EE-A305-058B-4C5A-14A14595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A projekt célja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AA98ECB0-87CF-BB46-66D5-934481DDBB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129517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2057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3409C9A9-F505-ABDD-AABD-CD6EB2B24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hu-HU" sz="2300">
                <a:solidFill>
                  <a:srgbClr val="EBEBEB"/>
                </a:solidFill>
              </a:rPr>
              <a:t>Feladatmegosztás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8DFFA46A-C3FC-91C9-EC5F-A549485C9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1574460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8393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45B9E53-20EF-600C-70D5-C95278CCE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3300">
                <a:solidFill>
                  <a:srgbClr val="EBEBEB"/>
                </a:solidFill>
              </a:rPr>
              <a:t>A weboldal felépítése</a:t>
            </a:r>
          </a:p>
        </p:txBody>
      </p:sp>
      <p:pic>
        <p:nvPicPr>
          <p:cNvPr id="8" name="Kép 7" descr="A képen szöveg, képernyőkép, szoftver, számítóg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1402FE6-FD53-10D9-4876-5F56F3B9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607" y="1631382"/>
            <a:ext cx="6391533" cy="359523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F9C7793-F17B-035C-0377-F679D1A17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285492"/>
            <a:ext cx="3133726" cy="3520948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A főoldalon van egy bemutatkozás és innen az 5 aloldalra lehet eljutni amelyek az OOP más-más részeit mutatják be, ezek az OOP alapok, osztályok, konstruktorok, öröklődés és az </a:t>
            </a:r>
            <a:r>
              <a:rPr lang="hu-HU" dirty="0" err="1">
                <a:solidFill>
                  <a:srgbClr val="FFFFFF"/>
                </a:solidFill>
              </a:rPr>
              <a:t>enkapszuláció</a:t>
            </a:r>
            <a:r>
              <a:rPr lang="hu-HU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1232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7FD4A-5315-983D-F9ED-1770B567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1">
            <a:extLst>
              <a:ext uri="{FF2B5EF4-FFF2-40B4-BE49-F238E27FC236}">
                <a16:creationId xmlns:a16="http://schemas.microsoft.com/office/drawing/2014/main" id="{D1DE3271-DD99-4DEF-AF9F-84397884C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5" name="Freeform: Shape 13">
            <a:extLst>
              <a:ext uri="{FF2B5EF4-FFF2-40B4-BE49-F238E27FC236}">
                <a16:creationId xmlns:a16="http://schemas.microsoft.com/office/drawing/2014/main" id="{E06A31CE-F9B6-4BA2-8685-60F3524D0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8ADF14A3-1454-4B74-8B4A-CB197D7A7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EC19D556-0251-4E87-AE24-890965BAD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B1C38C7-356B-A2C1-34DD-7F9C491F4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hu-HU">
                <a:solidFill>
                  <a:schemeClr val="tx1"/>
                </a:solidFill>
              </a:rPr>
              <a:t>A weboldal felépítése</a:t>
            </a: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CBC3C8C6-98E2-45EF-AEFC-30C0DBA0E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7A10291-8BF4-AC37-446A-DDB5C4B66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532887"/>
            <a:ext cx="5132439" cy="3697589"/>
          </a:xfrm>
        </p:spPr>
        <p:txBody>
          <a:bodyPr anchor="t">
            <a:norm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Minden aloldal tartalmaz egy bevezetőt, az aloldallal kapcsolatos fogalmak magyarázatát, egy példakódot magyarázattal és gyakorló feladatokat</a:t>
            </a:r>
          </a:p>
        </p:txBody>
      </p:sp>
      <p:pic>
        <p:nvPicPr>
          <p:cNvPr id="5" name="Kép 4" descr="A képen szöveg, elektronika, képernyőkép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78BA459-E68E-AAAD-F0A9-AB3399884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955" y="645107"/>
            <a:ext cx="4818468" cy="2710388"/>
          </a:xfrm>
          <a:prstGeom prst="rect">
            <a:avLst/>
          </a:prstGeom>
        </p:spPr>
      </p:pic>
      <p:pic>
        <p:nvPicPr>
          <p:cNvPr id="7" name="Kép 6" descr="A képen szöveg, képernyő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5E9847C-429E-3CEB-0197-7AD2F9F8C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028" y="3520086"/>
            <a:ext cx="4818469" cy="271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93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F445B5-008F-82D1-3012-7943638ED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SWOT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2F9757-029A-E88E-2427-CCE7733E7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3898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60781C-4005-C1CA-5430-CA09016C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Felhasznált kódnyelvek, programok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AD6CE0-2DD6-E402-D0C0-00310D294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519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A29399-B2CF-C7B7-F806-00436BC93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090176"/>
            <a:ext cx="8825658" cy="2677648"/>
          </a:xfrm>
        </p:spPr>
        <p:txBody>
          <a:bodyPr anchor="ctr"/>
          <a:lstStyle/>
          <a:p>
            <a:pPr algn="ctr"/>
            <a:r>
              <a:rPr lang="hu-HU" dirty="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1352051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tanácsterem">
  <a:themeElements>
    <a:clrScheme name="Ion tanácstere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tanácstere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tanácstere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97</TotalTime>
  <Words>132</Words>
  <Application>Microsoft Office PowerPoint</Application>
  <PresentationFormat>Szélesvásznú</PresentationFormat>
  <Paragraphs>17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tanácsterem</vt:lpstr>
      <vt:lpstr>Objektumorientált programozás </vt:lpstr>
      <vt:lpstr>A projekt célja</vt:lpstr>
      <vt:lpstr>Feladatmegosztás</vt:lpstr>
      <vt:lpstr>A weboldal felépítése</vt:lpstr>
      <vt:lpstr>A weboldal felépítése</vt:lpstr>
      <vt:lpstr>SWOT</vt:lpstr>
      <vt:lpstr>Felhasznált kódnyelvek, programok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3</cp:revision>
  <dcterms:created xsi:type="dcterms:W3CDTF">2026-01-11T20:33:52Z</dcterms:created>
  <dcterms:modified xsi:type="dcterms:W3CDTF">2026-01-11T22:11:38Z</dcterms:modified>
</cp:coreProperties>
</file>